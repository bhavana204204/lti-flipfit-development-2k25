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23" r:id="rId6"/>
    <p:sldId id="328" r:id="rId7"/>
    <p:sldId id="329" r:id="rId8"/>
    <p:sldId id="324" r:id="rId9"/>
    <p:sldId id="325" r:id="rId1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6"/>
    <a:srgbClr val="FDFBF6"/>
    <a:srgbClr val="202C8F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C0540-F0DB-4BCA-9797-E46D95BD917B}" v="191" dt="2025-11-13T10:37:02.177"/>
    <p1510:client id="{32D7C347-7487-2116-C2B8-806DD94DCCFB}" v="6" dt="2025-11-14T04:33:56.456"/>
    <p1510:client id="{46B81670-1AB7-E106-5EC2-4B9606EA5686}" v="1" dt="2025-11-13T11:08:09.676"/>
    <p1510:client id="{DE77A581-BF8A-D5C4-965D-A07553C00BB0}" v="9" dt="2025-11-13T11:07:29.567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hwarya Ranjan" userId="ef559b5f-551b-4783-a6bf-1ef2792f2906" providerId="ADAL" clId="{DB023E6B-8F29-4BE5-A9CF-86BE986620CE}"/>
    <pc:docChg chg="undo custSel addSld delSld modSld sldOrd">
      <pc:chgData name="Aishwarya Ranjan" userId="ef559b5f-551b-4783-a6bf-1ef2792f2906" providerId="ADAL" clId="{DB023E6B-8F29-4BE5-A9CF-86BE986620CE}" dt="2025-11-13T10:37:02.177" v="1153" actId="962"/>
      <pc:docMkLst>
        <pc:docMk/>
      </pc:docMkLst>
      <pc:sldChg chg="addSp delSp modSp mod ord">
        <pc:chgData name="Aishwarya Ranjan" userId="ef559b5f-551b-4783-a6bf-1ef2792f2906" providerId="ADAL" clId="{DB023E6B-8F29-4BE5-A9CF-86BE986620CE}" dt="2025-11-13T07:08:29.335" v="971" actId="20577"/>
        <pc:sldMkLst>
          <pc:docMk/>
          <pc:sldMk cId="2045873140" sldId="323"/>
        </pc:sldMkLst>
        <pc:spChg chg="mod">
          <ac:chgData name="Aishwarya Ranjan" userId="ef559b5f-551b-4783-a6bf-1ef2792f2906" providerId="ADAL" clId="{DB023E6B-8F29-4BE5-A9CF-86BE986620CE}" dt="2025-11-13T07:08:29.335" v="971" actId="20577"/>
          <ac:spMkLst>
            <pc:docMk/>
            <pc:sldMk cId="2045873140" sldId="323"/>
            <ac:spMk id="3" creationId="{0CFAECD2-D971-C9B6-5EF8-DB19C63436DB}"/>
          </ac:spMkLst>
        </pc:spChg>
        <pc:spChg chg="del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4" creationId="{267BC3AB-2BD3-FF0A-8EEC-4DBAC60AE575}"/>
          </ac:spMkLst>
        </pc:spChg>
        <pc:spChg chg="add del mod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7" creationId="{11830AEE-FE0F-3768-1E55-917EE76D8B0A}"/>
          </ac:spMkLst>
        </pc:spChg>
        <pc:spChg chg="add del mod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8" creationId="{16C175F6-08EC-D2EA-CB40-413CADF0FC48}"/>
          </ac:spMkLst>
        </pc:spChg>
        <pc:spChg chg="del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9" creationId="{095299C8-3755-88BF-7A3C-92A83C3510E0}"/>
          </ac:spMkLst>
        </pc:spChg>
        <pc:spChg chg="del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10" creationId="{5E4B3F02-D972-A9C9-CD86-78CA3DEC986F}"/>
          </ac:spMkLst>
        </pc:spChg>
        <pc:spChg chg="del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11" creationId="{7BEA0995-91A0-A712-9418-9D9498F9B6AC}"/>
          </ac:spMkLst>
        </pc:spChg>
        <pc:spChg chg="del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12" creationId="{5B2AC655-A0DD-31B9-C84A-92FB6F130E3E}"/>
          </ac:spMkLst>
        </pc:spChg>
        <pc:spChg chg="del mod">
          <ac:chgData name="Aishwarya Ranjan" userId="ef559b5f-551b-4783-a6bf-1ef2792f2906" providerId="ADAL" clId="{DB023E6B-8F29-4BE5-A9CF-86BE986620CE}" dt="2025-11-13T06:39:24.782" v="902" actId="478"/>
          <ac:spMkLst>
            <pc:docMk/>
            <pc:sldMk cId="2045873140" sldId="323"/>
            <ac:spMk id="13" creationId="{66B915E0-3B13-B993-AD2D-31666E7BAF82}"/>
          </ac:spMkLst>
        </pc:spChg>
        <pc:spChg chg="del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14" creationId="{BE04DE97-42BC-B991-BDD4-2307A8604151}"/>
          </ac:spMkLst>
        </pc:spChg>
        <pc:spChg chg="add del mod">
          <ac:chgData name="Aishwarya Ranjan" userId="ef559b5f-551b-4783-a6bf-1ef2792f2906" providerId="ADAL" clId="{DB023E6B-8F29-4BE5-A9CF-86BE986620CE}" dt="2025-11-13T05:34:10.287" v="840" actId="478"/>
          <ac:spMkLst>
            <pc:docMk/>
            <pc:sldMk cId="2045873140" sldId="323"/>
            <ac:spMk id="15" creationId="{43AC72BC-D8DC-8294-3F6B-8F88E63BC6CC}"/>
          </ac:spMkLst>
        </pc:spChg>
        <pc:spChg chg="add del mod">
          <ac:chgData name="Aishwarya Ranjan" userId="ef559b5f-551b-4783-a6bf-1ef2792f2906" providerId="ADAL" clId="{DB023E6B-8F29-4BE5-A9CF-86BE986620CE}" dt="2025-11-13T06:39:17.529" v="899" actId="478"/>
          <ac:spMkLst>
            <pc:docMk/>
            <pc:sldMk cId="2045873140" sldId="323"/>
            <ac:spMk id="23" creationId="{7C6199CC-4500-E3AA-B743-52172920F63E}"/>
          </ac:spMkLst>
        </pc:spChg>
        <pc:spChg chg="del">
          <ac:chgData name="Aishwarya Ranjan" userId="ef559b5f-551b-4783-a6bf-1ef2792f2906" providerId="ADAL" clId="{DB023E6B-8F29-4BE5-A9CF-86BE986620CE}" dt="2025-11-13T06:39:22.337" v="900" actId="478"/>
          <ac:spMkLst>
            <pc:docMk/>
            <pc:sldMk cId="2045873140" sldId="323"/>
            <ac:spMk id="53" creationId="{048DDCC9-245B-5D56-B3D1-68E0AAED613F}"/>
          </ac:spMkLst>
        </pc:spChg>
        <pc:spChg chg="del">
          <ac:chgData name="Aishwarya Ranjan" userId="ef559b5f-551b-4783-a6bf-1ef2792f2906" providerId="ADAL" clId="{DB023E6B-8F29-4BE5-A9CF-86BE986620CE}" dt="2025-11-13T06:39:22.337" v="900" actId="478"/>
          <ac:spMkLst>
            <pc:docMk/>
            <pc:sldMk cId="2045873140" sldId="323"/>
            <ac:spMk id="66" creationId="{B9895284-298C-DCE0-08FB-44BCEAA248CC}"/>
          </ac:spMkLst>
        </pc:spChg>
        <pc:spChg chg="del">
          <ac:chgData name="Aishwarya Ranjan" userId="ef559b5f-551b-4783-a6bf-1ef2792f2906" providerId="ADAL" clId="{DB023E6B-8F29-4BE5-A9CF-86BE986620CE}" dt="2025-11-13T06:39:22.337" v="900" actId="478"/>
          <ac:spMkLst>
            <pc:docMk/>
            <pc:sldMk cId="2045873140" sldId="323"/>
            <ac:spMk id="75" creationId="{73318209-0A47-74F7-6CE8-11CED284173A}"/>
          </ac:spMkLst>
        </pc:spChg>
        <pc:spChg chg="del mod">
          <ac:chgData name="Aishwarya Ranjan" userId="ef559b5f-551b-4783-a6bf-1ef2792f2906" providerId="ADAL" clId="{DB023E6B-8F29-4BE5-A9CF-86BE986620CE}" dt="2025-11-13T06:39:42.013" v="912" actId="478"/>
          <ac:spMkLst>
            <pc:docMk/>
            <pc:sldMk cId="2045873140" sldId="323"/>
            <ac:spMk id="76" creationId="{B3995253-6747-946D-DCB5-984F0A369C42}"/>
          </ac:spMkLst>
        </pc:spChg>
        <pc:spChg chg="del mod">
          <ac:chgData name="Aishwarya Ranjan" userId="ef559b5f-551b-4783-a6bf-1ef2792f2906" providerId="ADAL" clId="{DB023E6B-8F29-4BE5-A9CF-86BE986620CE}" dt="2025-11-13T05:34:10.290" v="842"/>
          <ac:spMkLst>
            <pc:docMk/>
            <pc:sldMk cId="2045873140" sldId="323"/>
            <ac:spMk id="79" creationId="{CCBD085C-D84C-B2AE-9CC1-7EE3F2CE9DF2}"/>
          </ac:spMkLst>
        </pc:spChg>
        <pc:picChg chg="add mod">
          <ac:chgData name="Aishwarya Ranjan" userId="ef559b5f-551b-4783-a6bf-1ef2792f2906" providerId="ADAL" clId="{DB023E6B-8F29-4BE5-A9CF-86BE986620CE}" dt="2025-11-13T06:40:28.462" v="931" actId="1076"/>
          <ac:picMkLst>
            <pc:docMk/>
            <pc:sldMk cId="2045873140" sldId="323"/>
            <ac:picMk id="5" creationId="{5A10A95A-CB1C-ED01-EE86-59A3C4BAC0C3}"/>
          </ac:picMkLst>
        </pc:picChg>
        <pc:picChg chg="add del">
          <ac:chgData name="Aishwarya Ranjan" userId="ef559b5f-551b-4783-a6bf-1ef2792f2906" providerId="ADAL" clId="{DB023E6B-8F29-4BE5-A9CF-86BE986620CE}" dt="2025-11-13T05:31:32.342" v="785" actId="22"/>
          <ac:picMkLst>
            <pc:docMk/>
            <pc:sldMk cId="2045873140" sldId="323"/>
            <ac:picMk id="6" creationId="{4816C060-F56A-6C12-2A20-92B1E75262D7}"/>
          </ac:picMkLst>
        </pc:picChg>
        <pc:picChg chg="add mod">
          <ac:chgData name="Aishwarya Ranjan" userId="ef559b5f-551b-4783-a6bf-1ef2792f2906" providerId="ADAL" clId="{DB023E6B-8F29-4BE5-A9CF-86BE986620CE}" dt="2025-11-13T05:35:32.091" v="852" actId="1076"/>
          <ac:picMkLst>
            <pc:docMk/>
            <pc:sldMk cId="2045873140" sldId="323"/>
            <ac:picMk id="16" creationId="{887935EC-1C93-A859-8970-C515C4A34179}"/>
          </ac:picMkLst>
        </pc:picChg>
        <pc:picChg chg="add del mod">
          <ac:chgData name="Aishwarya Ranjan" userId="ef559b5f-551b-4783-a6bf-1ef2792f2906" providerId="ADAL" clId="{DB023E6B-8F29-4BE5-A9CF-86BE986620CE}" dt="2025-11-13T06:39:22.337" v="900" actId="478"/>
          <ac:picMkLst>
            <pc:docMk/>
            <pc:sldMk cId="2045873140" sldId="323"/>
            <ac:picMk id="17" creationId="{87CE3B72-B6BF-BA11-5F7F-8B54F718B9DE}"/>
          </ac:picMkLst>
        </pc:picChg>
        <pc:picChg chg="add del mod">
          <ac:chgData name="Aishwarya Ranjan" userId="ef559b5f-551b-4783-a6bf-1ef2792f2906" providerId="ADAL" clId="{DB023E6B-8F29-4BE5-A9CF-86BE986620CE}" dt="2025-11-13T06:39:17.529" v="899" actId="478"/>
          <ac:picMkLst>
            <pc:docMk/>
            <pc:sldMk cId="2045873140" sldId="323"/>
            <ac:picMk id="21" creationId="{A02635E8-B578-E808-DD08-AD21F30B95D9}"/>
          </ac:picMkLst>
        </pc:picChg>
        <pc:picChg chg="add del mod">
          <ac:chgData name="Aishwarya Ranjan" userId="ef559b5f-551b-4783-a6bf-1ef2792f2906" providerId="ADAL" clId="{DB023E6B-8F29-4BE5-A9CF-86BE986620CE}" dt="2025-11-13T06:39:26.070" v="903" actId="478"/>
          <ac:picMkLst>
            <pc:docMk/>
            <pc:sldMk cId="2045873140" sldId="323"/>
            <ac:picMk id="22" creationId="{650FCCA2-30E8-97F4-AA65-F2203DA6BD72}"/>
          </ac:picMkLst>
        </pc:picChg>
        <pc:picChg chg="del mod">
          <ac:chgData name="Aishwarya Ranjan" userId="ef559b5f-551b-4783-a6bf-1ef2792f2906" providerId="ADAL" clId="{DB023E6B-8F29-4BE5-A9CF-86BE986620CE}" dt="2025-11-13T06:39:30.722" v="904" actId="478"/>
          <ac:picMkLst>
            <pc:docMk/>
            <pc:sldMk cId="2045873140" sldId="323"/>
            <ac:picMk id="78" creationId="{F840FCC8-BD93-F17E-9107-0E5E3F0C882B}"/>
          </ac:picMkLst>
        </pc:picChg>
        <pc:cxnChg chg="del">
          <ac:chgData name="Aishwarya Ranjan" userId="ef559b5f-551b-4783-a6bf-1ef2792f2906" providerId="ADAL" clId="{DB023E6B-8F29-4BE5-A9CF-86BE986620CE}" dt="2025-11-13T06:39:22.337" v="900" actId="478"/>
          <ac:cxnSpMkLst>
            <pc:docMk/>
            <pc:sldMk cId="2045873140" sldId="323"/>
            <ac:cxnSpMk id="55" creationId="{FE2AB3BE-A596-4236-4C6A-B17A246C5D7E}"/>
          </ac:cxnSpMkLst>
        </pc:cxnChg>
        <pc:cxnChg chg="del">
          <ac:chgData name="Aishwarya Ranjan" userId="ef559b5f-551b-4783-a6bf-1ef2792f2906" providerId="ADAL" clId="{DB023E6B-8F29-4BE5-A9CF-86BE986620CE}" dt="2025-11-13T06:39:22.337" v="900" actId="478"/>
          <ac:cxnSpMkLst>
            <pc:docMk/>
            <pc:sldMk cId="2045873140" sldId="323"/>
            <ac:cxnSpMk id="57" creationId="{400ED51E-8820-1960-184E-A93B4C46DE9C}"/>
          </ac:cxnSpMkLst>
        </pc:cxnChg>
        <pc:cxnChg chg="del">
          <ac:chgData name="Aishwarya Ranjan" userId="ef559b5f-551b-4783-a6bf-1ef2792f2906" providerId="ADAL" clId="{DB023E6B-8F29-4BE5-A9CF-86BE986620CE}" dt="2025-11-13T06:39:22.337" v="900" actId="478"/>
          <ac:cxnSpMkLst>
            <pc:docMk/>
            <pc:sldMk cId="2045873140" sldId="323"/>
            <ac:cxnSpMk id="59" creationId="{A1A27BA8-ADEC-69C8-D6A3-5F8A487C7367}"/>
          </ac:cxnSpMkLst>
        </pc:cxnChg>
        <pc:cxnChg chg="del">
          <ac:chgData name="Aishwarya Ranjan" userId="ef559b5f-551b-4783-a6bf-1ef2792f2906" providerId="ADAL" clId="{DB023E6B-8F29-4BE5-A9CF-86BE986620CE}" dt="2025-11-13T06:39:22.337" v="900" actId="478"/>
          <ac:cxnSpMkLst>
            <pc:docMk/>
            <pc:sldMk cId="2045873140" sldId="323"/>
            <ac:cxnSpMk id="62" creationId="{B472F318-74DA-8010-E131-BD8B54E11EBA}"/>
          </ac:cxnSpMkLst>
        </pc:cxnChg>
      </pc:sldChg>
      <pc:sldChg chg="addSp delSp modSp new mod">
        <pc:chgData name="Aishwarya Ranjan" userId="ef559b5f-551b-4783-a6bf-1ef2792f2906" providerId="ADAL" clId="{DB023E6B-8F29-4BE5-A9CF-86BE986620CE}" dt="2025-11-13T10:37:02.177" v="1153" actId="962"/>
        <pc:sldMkLst>
          <pc:docMk/>
          <pc:sldMk cId="1899654216" sldId="324"/>
        </pc:sldMkLst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4" creationId="{4AE4859D-0BA1-EC65-2DB1-D2551AF2643E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5" creationId="{22F5497E-F9FF-B074-E12C-CFB1805B2426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6" creationId="{9CA6D853-DF46-F69D-38F7-7EAA322C20BC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9" creationId="{EDECA132-6253-9C7E-E1D8-A8C50CAA9C6D}"/>
          </ac:spMkLst>
        </pc:spChg>
        <pc:spChg chg="add del">
          <ac:chgData name="Aishwarya Ranjan" userId="ef559b5f-551b-4783-a6bf-1ef2792f2906" providerId="ADAL" clId="{DB023E6B-8F29-4BE5-A9CF-86BE986620CE}" dt="2025-11-13T10:36:18.924" v="1146" actId="22"/>
          <ac:spMkLst>
            <pc:docMk/>
            <pc:sldMk cId="1899654216" sldId="324"/>
            <ac:spMk id="10" creationId="{739B2003-292D-5F9B-C839-66146034D216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17" creationId="{2395F60C-ABFD-5CEF-24C1-AB250C213C72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19" creationId="{E55C6992-1364-163A-E533-D9202A7B0F65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20" creationId="{15318FD2-CCF4-47CE-602B-36D11BDC29E3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21" creationId="{8A106F9A-43AA-61D4-EE6F-8C08ECD97BA3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22" creationId="{82159BFB-D9D2-E966-04A9-054D4756F2A7}"/>
          </ac:spMkLst>
        </pc:spChg>
        <pc:spChg chg="add mod">
          <ac:chgData name="Aishwarya Ranjan" userId="ef559b5f-551b-4783-a6bf-1ef2792f2906" providerId="ADAL" clId="{DB023E6B-8F29-4BE5-A9CF-86BE986620CE}" dt="2025-11-13T10:34:08.581" v="1141" actId="20577"/>
          <ac:spMkLst>
            <pc:docMk/>
            <pc:sldMk cId="1899654216" sldId="324"/>
            <ac:spMk id="28" creationId="{EE94B05B-174F-03B8-D29D-3BCB0C415789}"/>
          </ac:spMkLst>
        </pc:spChg>
        <pc:spChg chg="add del mod">
          <ac:chgData name="Aishwarya Ranjan" userId="ef559b5f-551b-4783-a6bf-1ef2792f2906" providerId="ADAL" clId="{DB023E6B-8F29-4BE5-A9CF-86BE986620CE}" dt="2025-11-13T10:34:11.270" v="1142" actId="478"/>
          <ac:spMkLst>
            <pc:docMk/>
            <pc:sldMk cId="1899654216" sldId="324"/>
            <ac:spMk id="30" creationId="{A2B378DC-1E4D-4B72-E9BC-327B83C41839}"/>
          </ac:spMkLst>
        </pc:spChg>
        <pc:picChg chg="add mod">
          <ac:chgData name="Aishwarya Ranjan" userId="ef559b5f-551b-4783-a6bf-1ef2792f2906" providerId="ADAL" clId="{DB023E6B-8F29-4BE5-A9CF-86BE986620CE}" dt="2025-11-13T10:37:02.177" v="1153" actId="962"/>
          <ac:picMkLst>
            <pc:docMk/>
            <pc:sldMk cId="1899654216" sldId="324"/>
            <ac:picMk id="18" creationId="{6E3F30F3-99B2-AC88-5D53-0DF36EB87918}"/>
          </ac:picMkLst>
        </pc:picChg>
        <pc:picChg chg="add del">
          <ac:chgData name="Aishwarya Ranjan" userId="ef559b5f-551b-4783-a6bf-1ef2792f2906" providerId="ADAL" clId="{DB023E6B-8F29-4BE5-A9CF-86BE986620CE}" dt="2025-11-13T10:36:16.176" v="1144" actId="478"/>
          <ac:picMkLst>
            <pc:docMk/>
            <pc:sldMk cId="1899654216" sldId="324"/>
            <ac:picMk id="2050" creationId="{202AEEEE-371A-B7FD-AB2B-B757F9EED513}"/>
          </ac:picMkLst>
        </pc:picChg>
      </pc:sldChg>
      <pc:sldChg chg="addSp delSp modSp new mod">
        <pc:chgData name="Aishwarya Ranjan" userId="ef559b5f-551b-4783-a6bf-1ef2792f2906" providerId="ADAL" clId="{DB023E6B-8F29-4BE5-A9CF-86BE986620CE}" dt="2025-11-12T18:59:57.304" v="776" actId="20577"/>
        <pc:sldMkLst>
          <pc:docMk/>
          <pc:sldMk cId="3431176863" sldId="325"/>
        </pc:sldMkLst>
        <pc:spChg chg="add mod">
          <ac:chgData name="Aishwarya Ranjan" userId="ef559b5f-551b-4783-a6bf-1ef2792f2906" providerId="ADAL" clId="{DB023E6B-8F29-4BE5-A9CF-86BE986620CE}" dt="2025-11-12T18:59:57.304" v="776" actId="20577"/>
          <ac:spMkLst>
            <pc:docMk/>
            <pc:sldMk cId="3431176863" sldId="325"/>
            <ac:spMk id="4" creationId="{7BAE17AB-07F8-E6EC-EDED-DAE0CF70A556}"/>
          </ac:spMkLst>
        </pc:spChg>
        <pc:spChg chg="add mod">
          <ac:chgData name="Aishwarya Ranjan" userId="ef559b5f-551b-4783-a6bf-1ef2792f2906" providerId="ADAL" clId="{DB023E6B-8F29-4BE5-A9CF-86BE986620CE}" dt="2025-11-12T18:48:47.231" v="594" actId="255"/>
          <ac:spMkLst>
            <pc:docMk/>
            <pc:sldMk cId="3431176863" sldId="325"/>
            <ac:spMk id="6" creationId="{C6B728DA-BDF7-A04F-2C8B-9D5BE508AAF4}"/>
          </ac:spMkLst>
        </pc:spChg>
        <pc:spChg chg="add mod">
          <ac:chgData name="Aishwarya Ranjan" userId="ef559b5f-551b-4783-a6bf-1ef2792f2906" providerId="ADAL" clId="{DB023E6B-8F29-4BE5-A9CF-86BE986620CE}" dt="2025-11-12T18:52:59.857" v="666" actId="14100"/>
          <ac:spMkLst>
            <pc:docMk/>
            <pc:sldMk cId="3431176863" sldId="325"/>
            <ac:spMk id="7" creationId="{B0BCBE0F-0D0C-1762-3039-C43D6029A40B}"/>
          </ac:spMkLst>
        </pc:spChg>
        <pc:spChg chg="add mod">
          <ac:chgData name="Aishwarya Ranjan" userId="ef559b5f-551b-4783-a6bf-1ef2792f2906" providerId="ADAL" clId="{DB023E6B-8F29-4BE5-A9CF-86BE986620CE}" dt="2025-11-12T18:53:43.058" v="675" actId="1076"/>
          <ac:spMkLst>
            <pc:docMk/>
            <pc:sldMk cId="3431176863" sldId="325"/>
            <ac:spMk id="8" creationId="{15256C9D-0292-F68C-50CE-0FF11C9B16B1}"/>
          </ac:spMkLst>
        </pc:spChg>
        <pc:spChg chg="add mod">
          <ac:chgData name="Aishwarya Ranjan" userId="ef559b5f-551b-4783-a6bf-1ef2792f2906" providerId="ADAL" clId="{DB023E6B-8F29-4BE5-A9CF-86BE986620CE}" dt="2025-11-12T18:53:53.364" v="676" actId="14100"/>
          <ac:spMkLst>
            <pc:docMk/>
            <pc:sldMk cId="3431176863" sldId="325"/>
            <ac:spMk id="9" creationId="{0084E8E0-2C60-384A-17B1-BB1F4BAB537E}"/>
          </ac:spMkLst>
        </pc:spChg>
        <pc:spChg chg="add mod">
          <ac:chgData name="Aishwarya Ranjan" userId="ef559b5f-551b-4783-a6bf-1ef2792f2906" providerId="ADAL" clId="{DB023E6B-8F29-4BE5-A9CF-86BE986620CE}" dt="2025-11-12T18:55:34.882" v="697" actId="1076"/>
          <ac:spMkLst>
            <pc:docMk/>
            <pc:sldMk cId="3431176863" sldId="325"/>
            <ac:spMk id="10" creationId="{D4FCB107-FB6D-A2C0-31E0-8C704CF5892A}"/>
          </ac:spMkLst>
        </pc:spChg>
        <pc:spChg chg="add mod">
          <ac:chgData name="Aishwarya Ranjan" userId="ef559b5f-551b-4783-a6bf-1ef2792f2906" providerId="ADAL" clId="{DB023E6B-8F29-4BE5-A9CF-86BE986620CE}" dt="2025-11-12T18:55:37.977" v="698" actId="1076"/>
          <ac:spMkLst>
            <pc:docMk/>
            <pc:sldMk cId="3431176863" sldId="325"/>
            <ac:spMk id="11" creationId="{8998AE1E-59EF-5018-9E21-1B9DAA560377}"/>
          </ac:spMkLst>
        </pc:spChg>
        <pc:spChg chg="add mod">
          <ac:chgData name="Aishwarya Ranjan" userId="ef559b5f-551b-4783-a6bf-1ef2792f2906" providerId="ADAL" clId="{DB023E6B-8F29-4BE5-A9CF-86BE986620CE}" dt="2025-11-12T18:56:52.865" v="730" actId="255"/>
          <ac:spMkLst>
            <pc:docMk/>
            <pc:sldMk cId="3431176863" sldId="325"/>
            <ac:spMk id="12" creationId="{BD341AFC-DD41-CF58-0E20-1AAE575FB9A9}"/>
          </ac:spMkLst>
        </pc:spChg>
        <pc:spChg chg="add mod">
          <ac:chgData name="Aishwarya Ranjan" userId="ef559b5f-551b-4783-a6bf-1ef2792f2906" providerId="ADAL" clId="{DB023E6B-8F29-4BE5-A9CF-86BE986620CE}" dt="2025-11-12T18:56:32.844" v="727" actId="207"/>
          <ac:spMkLst>
            <pc:docMk/>
            <pc:sldMk cId="3431176863" sldId="325"/>
            <ac:spMk id="41" creationId="{3DFC1BC3-1360-FB22-F9AD-CA420567B3FF}"/>
          </ac:spMkLst>
        </pc:spChg>
        <pc:spChg chg="add mod">
          <ac:chgData name="Aishwarya Ranjan" userId="ef559b5f-551b-4783-a6bf-1ef2792f2906" providerId="ADAL" clId="{DB023E6B-8F29-4BE5-A9CF-86BE986620CE}" dt="2025-11-12T18:57:49.962" v="751" actId="207"/>
          <ac:spMkLst>
            <pc:docMk/>
            <pc:sldMk cId="3431176863" sldId="325"/>
            <ac:spMk id="44" creationId="{D7232D29-5ADC-7016-10F3-8ED84004F4F1}"/>
          </ac:spMkLst>
        </pc:spChg>
        <pc:spChg chg="add mod">
          <ac:chgData name="Aishwarya Ranjan" userId="ef559b5f-551b-4783-a6bf-1ef2792f2906" providerId="ADAL" clId="{DB023E6B-8F29-4BE5-A9CF-86BE986620CE}" dt="2025-11-12T18:59:36.354" v="768" actId="1076"/>
          <ac:spMkLst>
            <pc:docMk/>
            <pc:sldMk cId="3431176863" sldId="325"/>
            <ac:spMk id="49" creationId="{6FD74EB7-B99E-4825-B63B-8F99D0196210}"/>
          </ac:spMkLst>
        </pc:spChg>
        <pc:spChg chg="add mod">
          <ac:chgData name="Aishwarya Ranjan" userId="ef559b5f-551b-4783-a6bf-1ef2792f2906" providerId="ADAL" clId="{DB023E6B-8F29-4BE5-A9CF-86BE986620CE}" dt="2025-11-12T18:59:49.957" v="773" actId="20577"/>
          <ac:spMkLst>
            <pc:docMk/>
            <pc:sldMk cId="3431176863" sldId="325"/>
            <ac:spMk id="50" creationId="{E83C326A-D936-1BEB-AF71-DB6FFA9552EB}"/>
          </ac:spMkLst>
        </pc:spChg>
        <pc:cxnChg chg="add mod">
          <ac:chgData name="Aishwarya Ranjan" userId="ef559b5f-551b-4783-a6bf-1ef2792f2906" providerId="ADAL" clId="{DB023E6B-8F29-4BE5-A9CF-86BE986620CE}" dt="2025-11-12T18:52:50.646" v="665" actId="14100"/>
          <ac:cxnSpMkLst>
            <pc:docMk/>
            <pc:sldMk cId="3431176863" sldId="325"/>
            <ac:cxnSpMk id="19" creationId="{FEC9E5CD-B848-567F-3A25-BEEFAD46D337}"/>
          </ac:cxnSpMkLst>
        </pc:cxnChg>
        <pc:cxnChg chg="add mod">
          <ac:chgData name="Aishwarya Ranjan" userId="ef559b5f-551b-4783-a6bf-1ef2792f2906" providerId="ADAL" clId="{DB023E6B-8F29-4BE5-A9CF-86BE986620CE}" dt="2025-11-12T18:53:29.892" v="674" actId="1076"/>
          <ac:cxnSpMkLst>
            <pc:docMk/>
            <pc:sldMk cId="3431176863" sldId="325"/>
            <ac:cxnSpMk id="25" creationId="{7F900BDB-2BB0-AC42-5C71-FE8C26CFD188}"/>
          </ac:cxnSpMkLst>
        </pc:cxnChg>
        <pc:cxnChg chg="add mod">
          <ac:chgData name="Aishwarya Ranjan" userId="ef559b5f-551b-4783-a6bf-1ef2792f2906" providerId="ADAL" clId="{DB023E6B-8F29-4BE5-A9CF-86BE986620CE}" dt="2025-11-12T18:55:51.989" v="701" actId="14100"/>
          <ac:cxnSpMkLst>
            <pc:docMk/>
            <pc:sldMk cId="3431176863" sldId="325"/>
            <ac:cxnSpMk id="28" creationId="{4A59A9CA-40E1-3986-0E55-F67272F4ADAE}"/>
          </ac:cxnSpMkLst>
        </pc:cxnChg>
        <pc:cxnChg chg="add mod">
          <ac:chgData name="Aishwarya Ranjan" userId="ef559b5f-551b-4783-a6bf-1ef2792f2906" providerId="ADAL" clId="{DB023E6B-8F29-4BE5-A9CF-86BE986620CE}" dt="2025-11-12T18:55:24.326" v="694" actId="1076"/>
          <ac:cxnSpMkLst>
            <pc:docMk/>
            <pc:sldMk cId="3431176863" sldId="325"/>
            <ac:cxnSpMk id="36" creationId="{228D5F8B-0624-0627-9F5A-E44F64D82B63}"/>
          </ac:cxnSpMkLst>
        </pc:cxnChg>
        <pc:cxnChg chg="add mod">
          <ac:chgData name="Aishwarya Ranjan" userId="ef559b5f-551b-4783-a6bf-1ef2792f2906" providerId="ADAL" clId="{DB023E6B-8F29-4BE5-A9CF-86BE986620CE}" dt="2025-11-12T18:55:30.483" v="696" actId="1076"/>
          <ac:cxnSpMkLst>
            <pc:docMk/>
            <pc:sldMk cId="3431176863" sldId="325"/>
            <ac:cxnSpMk id="38" creationId="{0B2B5EAE-07FC-7A9C-91F5-9227BBD4D425}"/>
          </ac:cxnSpMkLst>
        </pc:cxnChg>
        <pc:cxnChg chg="add mod">
          <ac:chgData name="Aishwarya Ranjan" userId="ef559b5f-551b-4783-a6bf-1ef2792f2906" providerId="ADAL" clId="{DB023E6B-8F29-4BE5-A9CF-86BE986620CE}" dt="2025-11-12T18:57:08.570" v="732" actId="13822"/>
          <ac:cxnSpMkLst>
            <pc:docMk/>
            <pc:sldMk cId="3431176863" sldId="325"/>
            <ac:cxnSpMk id="43" creationId="{D8B1218C-D0D6-51A1-5430-8C0666950562}"/>
          </ac:cxnSpMkLst>
        </pc:cxnChg>
        <pc:cxnChg chg="add mod">
          <ac:chgData name="Aishwarya Ranjan" userId="ef559b5f-551b-4783-a6bf-1ef2792f2906" providerId="ADAL" clId="{DB023E6B-8F29-4BE5-A9CF-86BE986620CE}" dt="2025-11-12T18:59:38.942" v="769" actId="1076"/>
          <ac:cxnSpMkLst>
            <pc:docMk/>
            <pc:sldMk cId="3431176863" sldId="325"/>
            <ac:cxnSpMk id="46" creationId="{E15865E4-646B-0B8D-0943-FE6B9F2B5833}"/>
          </ac:cxnSpMkLst>
        </pc:cxnChg>
        <pc:cxnChg chg="add mod">
          <ac:chgData name="Aishwarya Ranjan" userId="ef559b5f-551b-4783-a6bf-1ef2792f2906" providerId="ADAL" clId="{DB023E6B-8F29-4BE5-A9CF-86BE986620CE}" dt="2025-11-12T18:58:25.336" v="755" actId="13822"/>
          <ac:cxnSpMkLst>
            <pc:docMk/>
            <pc:sldMk cId="3431176863" sldId="325"/>
            <ac:cxnSpMk id="48" creationId="{6B0B5B48-51AA-EE9F-8F28-64015D8E5416}"/>
          </ac:cxnSpMkLst>
        </pc:cxnChg>
      </pc:sldChg>
      <pc:sldChg chg="addSp modSp new del mod">
        <pc:chgData name="Aishwarya Ranjan" userId="ef559b5f-551b-4783-a6bf-1ef2792f2906" providerId="ADAL" clId="{DB023E6B-8F29-4BE5-A9CF-86BE986620CE}" dt="2025-11-13T06:11:26.892" v="884" actId="2696"/>
        <pc:sldMkLst>
          <pc:docMk/>
          <pc:sldMk cId="3103988478" sldId="326"/>
        </pc:sldMkLst>
        <pc:picChg chg="add mod">
          <ac:chgData name="Aishwarya Ranjan" userId="ef559b5f-551b-4783-a6bf-1ef2792f2906" providerId="ADAL" clId="{DB023E6B-8F29-4BE5-A9CF-86BE986620CE}" dt="2025-11-13T06:10:28.931" v="880" actId="14100"/>
          <ac:picMkLst>
            <pc:docMk/>
            <pc:sldMk cId="3103988478" sldId="326"/>
            <ac:picMk id="4" creationId="{41C2383E-B759-CBA4-B8AB-5880509B3A0C}"/>
          </ac:picMkLst>
        </pc:picChg>
      </pc:sldChg>
      <pc:sldChg chg="addSp modSp new del">
        <pc:chgData name="Aishwarya Ranjan" userId="ef559b5f-551b-4783-a6bf-1ef2792f2906" providerId="ADAL" clId="{DB023E6B-8F29-4BE5-A9CF-86BE986620CE}" dt="2025-11-13T06:39:08.449" v="898" actId="2696"/>
        <pc:sldMkLst>
          <pc:docMk/>
          <pc:sldMk cId="1474978898" sldId="327"/>
        </pc:sldMkLst>
        <pc:picChg chg="add mod">
          <ac:chgData name="Aishwarya Ranjan" userId="ef559b5f-551b-4783-a6bf-1ef2792f2906" providerId="ADAL" clId="{DB023E6B-8F29-4BE5-A9CF-86BE986620CE}" dt="2025-11-13T06:11:45.048" v="887" actId="14100"/>
          <ac:picMkLst>
            <pc:docMk/>
            <pc:sldMk cId="1474978898" sldId="327"/>
            <ac:picMk id="1026" creationId="{7DB04F6E-5713-310D-7A52-C8B8AA3F75F5}"/>
          </ac:picMkLst>
        </pc:picChg>
      </pc:sldChg>
      <pc:sldChg chg="addSp delSp modSp new mod">
        <pc:chgData name="Aishwarya Ranjan" userId="ef559b5f-551b-4783-a6bf-1ef2792f2906" providerId="ADAL" clId="{DB023E6B-8F29-4BE5-A9CF-86BE986620CE}" dt="2025-11-13T07:34:38.215" v="1139" actId="1076"/>
        <pc:sldMkLst>
          <pc:docMk/>
          <pc:sldMk cId="237115867" sldId="328"/>
        </pc:sldMkLst>
        <pc:spChg chg="add del">
          <ac:chgData name="Aishwarya Ranjan" userId="ef559b5f-551b-4783-a6bf-1ef2792f2906" providerId="ADAL" clId="{DB023E6B-8F29-4BE5-A9CF-86BE986620CE}" dt="2025-11-13T06:38:07.940" v="890" actId="22"/>
          <ac:spMkLst>
            <pc:docMk/>
            <pc:sldMk cId="237115867" sldId="328"/>
            <ac:spMk id="4" creationId="{1FED2DF1-B3A4-EC04-B506-3586816D5F30}"/>
          </ac:spMkLst>
        </pc:spChg>
        <pc:spChg chg="add mod">
          <ac:chgData name="Aishwarya Ranjan" userId="ef559b5f-551b-4783-a6bf-1ef2792f2906" providerId="ADAL" clId="{DB023E6B-8F29-4BE5-A9CF-86BE986620CE}" dt="2025-11-13T07:08:35.506" v="972" actId="20577"/>
          <ac:spMkLst>
            <pc:docMk/>
            <pc:sldMk cId="237115867" sldId="328"/>
            <ac:spMk id="7" creationId="{F48ABDC2-36BF-9EB4-DD8B-2C4FB12331D0}"/>
          </ac:spMkLst>
        </pc:spChg>
        <pc:spChg chg="add del mod">
          <ac:chgData name="Aishwarya Ranjan" userId="ef559b5f-551b-4783-a6bf-1ef2792f2906" providerId="ADAL" clId="{DB023E6B-8F29-4BE5-A9CF-86BE986620CE}" dt="2025-11-13T07:15:01.178" v="995"/>
          <ac:spMkLst>
            <pc:docMk/>
            <pc:sldMk cId="237115867" sldId="328"/>
            <ac:spMk id="12" creationId="{AA98832E-F47E-3E4B-4751-52B26D65D2DA}"/>
          </ac:spMkLst>
        </pc:spChg>
        <pc:spChg chg="add del mod">
          <ac:chgData name="Aishwarya Ranjan" userId="ef559b5f-551b-4783-a6bf-1ef2792f2906" providerId="ADAL" clId="{DB023E6B-8F29-4BE5-A9CF-86BE986620CE}" dt="2025-11-13T07:22:08.951" v="1084"/>
          <ac:spMkLst>
            <pc:docMk/>
            <pc:sldMk cId="237115867" sldId="328"/>
            <ac:spMk id="13" creationId="{0D62668F-BC14-AB84-B633-E64FFA161241}"/>
          </ac:spMkLst>
        </pc:spChg>
        <pc:spChg chg="add del mod">
          <ac:chgData name="Aishwarya Ranjan" userId="ef559b5f-551b-4783-a6bf-1ef2792f2906" providerId="ADAL" clId="{DB023E6B-8F29-4BE5-A9CF-86BE986620CE}" dt="2025-11-13T07:20:32.151" v="1066"/>
          <ac:spMkLst>
            <pc:docMk/>
            <pc:sldMk cId="237115867" sldId="328"/>
            <ac:spMk id="22" creationId="{44765910-979D-04AA-568A-20CE174F717E}"/>
          </ac:spMkLst>
        </pc:spChg>
        <pc:spChg chg="add del mod">
          <ac:chgData name="Aishwarya Ranjan" userId="ef559b5f-551b-4783-a6bf-1ef2792f2906" providerId="ADAL" clId="{DB023E6B-8F29-4BE5-A9CF-86BE986620CE}" dt="2025-11-13T07:24:17.575" v="1103"/>
          <ac:spMkLst>
            <pc:docMk/>
            <pc:sldMk cId="237115867" sldId="328"/>
            <ac:spMk id="24" creationId="{D387B376-1B51-A828-3494-A5E1D3B084A0}"/>
          </ac:spMkLst>
        </pc:spChg>
        <pc:spChg chg="add mod">
          <ac:chgData name="Aishwarya Ranjan" userId="ef559b5f-551b-4783-a6bf-1ef2792f2906" providerId="ADAL" clId="{DB023E6B-8F29-4BE5-A9CF-86BE986620CE}" dt="2025-11-13T07:33:03.782" v="1136" actId="14100"/>
          <ac:spMkLst>
            <pc:docMk/>
            <pc:sldMk cId="237115867" sldId="328"/>
            <ac:spMk id="27" creationId="{6A3CDAB3-43CB-FFF7-C741-59684B869DA2}"/>
          </ac:spMkLst>
        </pc:spChg>
        <pc:spChg chg="add mod">
          <ac:chgData name="Aishwarya Ranjan" userId="ef559b5f-551b-4783-a6bf-1ef2792f2906" providerId="ADAL" clId="{DB023E6B-8F29-4BE5-A9CF-86BE986620CE}" dt="2025-11-13T07:34:38.215" v="1139" actId="1076"/>
          <ac:spMkLst>
            <pc:docMk/>
            <pc:sldMk cId="237115867" sldId="328"/>
            <ac:spMk id="28" creationId="{96891D3F-E993-2AF5-F038-57EA0F13124E}"/>
          </ac:spMkLst>
        </pc:spChg>
        <pc:picChg chg="add del mod">
          <ac:chgData name="Aishwarya Ranjan" userId="ef559b5f-551b-4783-a6bf-1ef2792f2906" providerId="ADAL" clId="{DB023E6B-8F29-4BE5-A9CF-86BE986620CE}" dt="2025-11-13T06:42:18.412" v="932" actId="478"/>
          <ac:picMkLst>
            <pc:docMk/>
            <pc:sldMk cId="237115867" sldId="328"/>
            <ac:picMk id="6" creationId="{8187F46E-54E2-D860-0EE2-BC761012AEDB}"/>
          </ac:picMkLst>
        </pc:picChg>
        <pc:picChg chg="add del mod">
          <ac:chgData name="Aishwarya Ranjan" userId="ef559b5f-551b-4783-a6bf-1ef2792f2906" providerId="ADAL" clId="{DB023E6B-8F29-4BE5-A9CF-86BE986620CE}" dt="2025-11-13T07:10:31.904" v="975" actId="478"/>
          <ac:picMkLst>
            <pc:docMk/>
            <pc:sldMk cId="237115867" sldId="328"/>
            <ac:picMk id="9" creationId="{26C360F8-AEC1-CDE7-0593-C70E46519EA4}"/>
          </ac:picMkLst>
        </pc:picChg>
        <pc:picChg chg="add del mod">
          <ac:chgData name="Aishwarya Ranjan" userId="ef559b5f-551b-4783-a6bf-1ef2792f2906" providerId="ADAL" clId="{DB023E6B-8F29-4BE5-A9CF-86BE986620CE}" dt="2025-11-13T07:24:12.779" v="1099" actId="478"/>
          <ac:picMkLst>
            <pc:docMk/>
            <pc:sldMk cId="237115867" sldId="328"/>
            <ac:picMk id="11" creationId="{8D15112A-C316-B26E-B298-1BB3F847948D}"/>
          </ac:picMkLst>
        </pc:picChg>
        <pc:picChg chg="add mod">
          <ac:chgData name="Aishwarya Ranjan" userId="ef559b5f-551b-4783-a6bf-1ef2792f2906" providerId="ADAL" clId="{DB023E6B-8F29-4BE5-A9CF-86BE986620CE}" dt="2025-11-13T07:24:34.134" v="1107" actId="1076"/>
          <ac:picMkLst>
            <pc:docMk/>
            <pc:sldMk cId="237115867" sldId="328"/>
            <ac:picMk id="26" creationId="{4FEF79DB-FDDD-FBB2-AD3B-D8BC560FAEF2}"/>
          </ac:picMkLst>
        </pc:picChg>
        <pc:picChg chg="add del mod">
          <ac:chgData name="Aishwarya Ranjan" userId="ef559b5f-551b-4783-a6bf-1ef2792f2906" providerId="ADAL" clId="{DB023E6B-8F29-4BE5-A9CF-86BE986620CE}" dt="2025-11-13T07:05:31.252" v="952" actId="478"/>
          <ac:picMkLst>
            <pc:docMk/>
            <pc:sldMk cId="237115867" sldId="328"/>
            <ac:picMk id="1026" creationId="{8E408A3C-F850-55EB-A84A-478DE901D3A0}"/>
          </ac:picMkLst>
        </pc:picChg>
        <pc:inkChg chg="add del">
          <ac:chgData name="Aishwarya Ranjan" userId="ef559b5f-551b-4783-a6bf-1ef2792f2906" providerId="ADAL" clId="{DB023E6B-8F29-4BE5-A9CF-86BE986620CE}" dt="2025-11-13T07:16:13.095" v="1021" actId="9405"/>
          <ac:inkMkLst>
            <pc:docMk/>
            <pc:sldMk cId="237115867" sldId="328"/>
            <ac:inkMk id="14" creationId="{09E6537B-ED17-E483-3453-74D08ADB3938}"/>
          </ac:inkMkLst>
        </pc:inkChg>
        <pc:inkChg chg="add del">
          <ac:chgData name="Aishwarya Ranjan" userId="ef559b5f-551b-4783-a6bf-1ef2792f2906" providerId="ADAL" clId="{DB023E6B-8F29-4BE5-A9CF-86BE986620CE}" dt="2025-11-13T07:16:35.066" v="1025" actId="9405"/>
          <ac:inkMkLst>
            <pc:docMk/>
            <pc:sldMk cId="237115867" sldId="328"/>
            <ac:inkMk id="15" creationId="{BD0175D7-B576-E4A9-355F-4983C3FB18A3}"/>
          </ac:inkMkLst>
        </pc:inkChg>
        <pc:inkChg chg="add del">
          <ac:chgData name="Aishwarya Ranjan" userId="ef559b5f-551b-4783-a6bf-1ef2792f2906" providerId="ADAL" clId="{DB023E6B-8F29-4BE5-A9CF-86BE986620CE}" dt="2025-11-13T07:16:33.778" v="1024" actId="9405"/>
          <ac:inkMkLst>
            <pc:docMk/>
            <pc:sldMk cId="237115867" sldId="328"/>
            <ac:inkMk id="16" creationId="{D75CA36C-EE35-74EB-B174-634DDE65B4F3}"/>
          </ac:inkMkLst>
        </pc:inkChg>
        <pc:inkChg chg="add del">
          <ac:chgData name="Aishwarya Ranjan" userId="ef559b5f-551b-4783-a6bf-1ef2792f2906" providerId="ADAL" clId="{DB023E6B-8F29-4BE5-A9CF-86BE986620CE}" dt="2025-11-13T07:22:08.950" v="1082" actId="478"/>
          <ac:inkMkLst>
            <pc:docMk/>
            <pc:sldMk cId="237115867" sldId="328"/>
            <ac:inkMk id="17" creationId="{64844A09-40B9-86D4-1D71-BF9627832D00}"/>
          </ac:inkMkLst>
        </pc:inkChg>
        <pc:inkChg chg="add del">
          <ac:chgData name="Aishwarya Ranjan" userId="ef559b5f-551b-4783-a6bf-1ef2792f2906" providerId="ADAL" clId="{DB023E6B-8F29-4BE5-A9CF-86BE986620CE}" dt="2025-11-13T07:22:32.530" v="1088" actId="478"/>
          <ac:inkMkLst>
            <pc:docMk/>
            <pc:sldMk cId="237115867" sldId="328"/>
            <ac:inkMk id="18" creationId="{675E6E9F-B455-EB4A-13BE-EFBC863FE348}"/>
          </ac:inkMkLst>
        </pc:inkChg>
        <pc:inkChg chg="add del mod">
          <ac:chgData name="Aishwarya Ranjan" userId="ef559b5f-551b-4783-a6bf-1ef2792f2906" providerId="ADAL" clId="{DB023E6B-8F29-4BE5-A9CF-86BE986620CE}" dt="2025-11-13T07:22:29.427" v="1087" actId="478"/>
          <ac:inkMkLst>
            <pc:docMk/>
            <pc:sldMk cId="237115867" sldId="328"/>
            <ac:inkMk id="19" creationId="{0BD025E7-98F8-77C7-06F8-FE8307ABD74E}"/>
          </ac:inkMkLst>
        </pc:inkChg>
        <pc:inkChg chg="add">
          <ac:chgData name="Aishwarya Ranjan" userId="ef559b5f-551b-4783-a6bf-1ef2792f2906" providerId="ADAL" clId="{DB023E6B-8F29-4BE5-A9CF-86BE986620CE}" dt="2025-11-13T07:16:45.441" v="1029"/>
          <ac:inkMkLst>
            <pc:docMk/>
            <pc:sldMk cId="237115867" sldId="328"/>
            <ac:inkMk id="20" creationId="{9879AC98-FB0A-2079-7D0A-73CD327FBC45}"/>
          </ac:inkMkLst>
        </pc:inkChg>
        <pc:inkChg chg="add del">
          <ac:chgData name="Aishwarya Ranjan" userId="ef559b5f-551b-4783-a6bf-1ef2792f2906" providerId="ADAL" clId="{DB023E6B-8F29-4BE5-A9CF-86BE986620CE}" dt="2025-11-13T07:20:22.313" v="1063" actId="9405"/>
          <ac:inkMkLst>
            <pc:docMk/>
            <pc:sldMk cId="237115867" sldId="328"/>
            <ac:inkMk id="21" creationId="{E93479EE-5FEF-F940-3923-125133A4AB4D}"/>
          </ac:inkMkLst>
        </pc:inkChg>
      </pc:sldChg>
      <pc:sldChg chg="addSp delSp modSp new mod">
        <pc:chgData name="Aishwarya Ranjan" userId="ef559b5f-551b-4783-a6bf-1ef2792f2906" providerId="ADAL" clId="{DB023E6B-8F29-4BE5-A9CF-86BE986620CE}" dt="2025-11-13T07:30:52.992" v="1115" actId="207"/>
        <pc:sldMkLst>
          <pc:docMk/>
          <pc:sldMk cId="2728552354" sldId="329"/>
        </pc:sldMkLst>
        <pc:spChg chg="add mod">
          <ac:chgData name="Aishwarya Ranjan" userId="ef559b5f-551b-4783-a6bf-1ef2792f2906" providerId="ADAL" clId="{DB023E6B-8F29-4BE5-A9CF-86BE986620CE}" dt="2025-11-13T07:10:46.788" v="990" actId="20577"/>
          <ac:spMkLst>
            <pc:docMk/>
            <pc:sldMk cId="2728552354" sldId="329"/>
            <ac:spMk id="3" creationId="{608B55D4-0627-F08E-E4EB-9CD99FB85E53}"/>
          </ac:spMkLst>
        </pc:spChg>
        <pc:spChg chg="add del mod">
          <ac:chgData name="Aishwarya Ranjan" userId="ef559b5f-551b-4783-a6bf-1ef2792f2906" providerId="ADAL" clId="{DB023E6B-8F29-4BE5-A9CF-86BE986620CE}" dt="2025-11-13T07:17:53.847" v="1041"/>
          <ac:spMkLst>
            <pc:docMk/>
            <pc:sldMk cId="2728552354" sldId="329"/>
            <ac:spMk id="8" creationId="{B8F145C9-E20D-FE1F-D7F8-AB5472D73316}"/>
          </ac:spMkLst>
        </pc:spChg>
        <pc:spChg chg="add del mod">
          <ac:chgData name="Aishwarya Ranjan" userId="ef559b5f-551b-4783-a6bf-1ef2792f2906" providerId="ADAL" clId="{DB023E6B-8F29-4BE5-A9CF-86BE986620CE}" dt="2025-11-13T07:21:03.782" v="1074"/>
          <ac:spMkLst>
            <pc:docMk/>
            <pc:sldMk cId="2728552354" sldId="329"/>
            <ac:spMk id="9" creationId="{920F58D5-1BFD-7CAF-BF70-13337270463B}"/>
          </ac:spMkLst>
        </pc:spChg>
        <pc:spChg chg="add del mod">
          <ac:chgData name="Aishwarya Ranjan" userId="ef559b5f-551b-4783-a6bf-1ef2792f2906" providerId="ADAL" clId="{DB023E6B-8F29-4BE5-A9CF-86BE986620CE}" dt="2025-11-13T07:23:36.247" v="1094"/>
          <ac:spMkLst>
            <pc:docMk/>
            <pc:sldMk cId="2728552354" sldId="329"/>
            <ac:spMk id="12" creationId="{C850893A-1DC7-C76F-C2FA-A45DEF7607D8}"/>
          </ac:spMkLst>
        </pc:spChg>
        <pc:spChg chg="add mod">
          <ac:chgData name="Aishwarya Ranjan" userId="ef559b5f-551b-4783-a6bf-1ef2792f2906" providerId="ADAL" clId="{DB023E6B-8F29-4BE5-A9CF-86BE986620CE}" dt="2025-11-13T07:30:52.992" v="1115" actId="207"/>
          <ac:spMkLst>
            <pc:docMk/>
            <pc:sldMk cId="2728552354" sldId="329"/>
            <ac:spMk id="15" creationId="{EF9CDC93-5E9B-A273-48C4-0C323D1EACA6}"/>
          </ac:spMkLst>
        </pc:spChg>
        <pc:picChg chg="add del mod">
          <ac:chgData name="Aishwarya Ranjan" userId="ef559b5f-551b-4783-a6bf-1ef2792f2906" providerId="ADAL" clId="{DB023E6B-8F29-4BE5-A9CF-86BE986620CE}" dt="2025-11-13T07:23:29.404" v="1089" actId="478"/>
          <ac:picMkLst>
            <pc:docMk/>
            <pc:sldMk cId="2728552354" sldId="329"/>
            <ac:picMk id="5" creationId="{F9966099-158D-1B29-8CA5-E01FD0ADC73F}"/>
          </ac:picMkLst>
        </pc:picChg>
        <pc:picChg chg="add mod">
          <ac:chgData name="Aishwarya Ranjan" userId="ef559b5f-551b-4783-a6bf-1ef2792f2906" providerId="ADAL" clId="{DB023E6B-8F29-4BE5-A9CF-86BE986620CE}" dt="2025-11-13T07:23:50.673" v="1098" actId="1076"/>
          <ac:picMkLst>
            <pc:docMk/>
            <pc:sldMk cId="2728552354" sldId="329"/>
            <ac:picMk id="14" creationId="{ED483CA3-872B-2BEA-70C1-57CD9DB5CC42}"/>
          </ac:picMkLst>
        </pc:picChg>
        <pc:inkChg chg="add del">
          <ac:chgData name="Aishwarya Ranjan" userId="ef559b5f-551b-4783-a6bf-1ef2792f2906" providerId="ADAL" clId="{DB023E6B-8F29-4BE5-A9CF-86BE986620CE}" dt="2025-11-13T07:17:39.954" v="1037" actId="9405"/>
          <ac:inkMkLst>
            <pc:docMk/>
            <pc:sldMk cId="2728552354" sldId="329"/>
            <ac:inkMk id="6" creationId="{BC5767BA-14CD-CD24-A730-A26F415513CE}"/>
          </ac:inkMkLst>
        </pc:inkChg>
        <pc:inkChg chg="add del">
          <ac:chgData name="Aishwarya Ranjan" userId="ef559b5f-551b-4783-a6bf-1ef2792f2906" providerId="ADAL" clId="{DB023E6B-8F29-4BE5-A9CF-86BE986620CE}" dt="2025-11-13T07:21:51.065" v="1079" actId="478"/>
          <ac:inkMkLst>
            <pc:docMk/>
            <pc:sldMk cId="2728552354" sldId="329"/>
            <ac:inkMk id="7" creationId="{DFB838D3-3C55-F015-1FFA-DDF916DD8E3D}"/>
          </ac:inkMkLst>
        </pc:inkChg>
        <pc:inkChg chg="add del">
          <ac:chgData name="Aishwarya Ranjan" userId="ef559b5f-551b-4783-a6bf-1ef2792f2906" providerId="ADAL" clId="{DB023E6B-8F29-4BE5-A9CF-86BE986620CE}" dt="2025-11-13T07:20:04.806" v="1061" actId="9405"/>
          <ac:inkMkLst>
            <pc:docMk/>
            <pc:sldMk cId="2728552354" sldId="329"/>
            <ac:inkMk id="10" creationId="{FB990000-858F-1334-EC5A-78D415A65D06}"/>
          </ac:inkMkLst>
        </pc:inkChg>
      </pc:sldChg>
    </pc:docChg>
  </pc:docChgLst>
  <pc:docChgLst>
    <pc:chgData name="Ankam Bhavana" userId="S::ankam.10846087@ltimindtree.com::4971c99c-9cc8-4466-ae86-9d3afbaaa0c5" providerId="AD" clId="Web-{32D7C347-7487-2116-C2B8-806DD94DCCFB}"/>
    <pc:docChg chg="modSld">
      <pc:chgData name="Ankam Bhavana" userId="S::ankam.10846087@ltimindtree.com::4971c99c-9cc8-4466-ae86-9d3afbaaa0c5" providerId="AD" clId="Web-{32D7C347-7487-2116-C2B8-806DD94DCCFB}" dt="2025-11-14T04:33:56.456" v="2" actId="20577"/>
      <pc:docMkLst>
        <pc:docMk/>
      </pc:docMkLst>
      <pc:sldChg chg="modSp">
        <pc:chgData name="Ankam Bhavana" userId="S::ankam.10846087@ltimindtree.com::4971c99c-9cc8-4466-ae86-9d3afbaaa0c5" providerId="AD" clId="Web-{32D7C347-7487-2116-C2B8-806DD94DCCFB}" dt="2025-11-14T04:33:56.456" v="2" actId="20577"/>
        <pc:sldMkLst>
          <pc:docMk/>
          <pc:sldMk cId="3431176863" sldId="325"/>
        </pc:sldMkLst>
        <pc:spChg chg="mod">
          <ac:chgData name="Ankam Bhavana" userId="S::ankam.10846087@ltimindtree.com::4971c99c-9cc8-4466-ae86-9d3afbaaa0c5" providerId="AD" clId="Web-{32D7C347-7487-2116-C2B8-806DD94DCCFB}" dt="2025-11-14T04:33:56.456" v="2" actId="20577"/>
          <ac:spMkLst>
            <pc:docMk/>
            <pc:sldMk cId="3431176863" sldId="325"/>
            <ac:spMk id="4" creationId="{7BAE17AB-07F8-E6EC-EDED-DAE0CF70A556}"/>
          </ac:spMkLst>
        </pc:spChg>
      </pc:sldChg>
    </pc:docChg>
  </pc:docChgLst>
  <pc:docChgLst>
    <pc:chgData name="Ankam Bhavana" userId="S::ankam.10846087@ltimindtree.com::4971c99c-9cc8-4466-ae86-9d3afbaaa0c5" providerId="AD" clId="Web-{46B81670-1AB7-E106-5EC2-4B9606EA5686}"/>
    <pc:docChg chg="modSld">
      <pc:chgData name="Ankam Bhavana" userId="S::ankam.10846087@ltimindtree.com::4971c99c-9cc8-4466-ae86-9d3afbaaa0c5" providerId="AD" clId="Web-{46B81670-1AB7-E106-5EC2-4B9606EA5686}" dt="2025-11-13T11:08:09.676" v="0" actId="14100"/>
      <pc:docMkLst>
        <pc:docMk/>
      </pc:docMkLst>
      <pc:sldChg chg="modSp">
        <pc:chgData name="Ankam Bhavana" userId="S::ankam.10846087@ltimindtree.com::4971c99c-9cc8-4466-ae86-9d3afbaaa0c5" providerId="AD" clId="Web-{46B81670-1AB7-E106-5EC2-4B9606EA5686}" dt="2025-11-13T11:08:09.676" v="0" actId="14100"/>
        <pc:sldMkLst>
          <pc:docMk/>
          <pc:sldMk cId="3431176863" sldId="325"/>
        </pc:sldMkLst>
        <pc:spChg chg="mod">
          <ac:chgData name="Ankam Bhavana" userId="S::ankam.10846087@ltimindtree.com::4971c99c-9cc8-4466-ae86-9d3afbaaa0c5" providerId="AD" clId="Web-{46B81670-1AB7-E106-5EC2-4B9606EA5686}" dt="2025-11-13T11:08:09.676" v="0" actId="14100"/>
          <ac:spMkLst>
            <pc:docMk/>
            <pc:sldMk cId="3431176863" sldId="325"/>
            <ac:spMk id="4" creationId="{7BAE17AB-07F8-E6EC-EDED-DAE0CF70A556}"/>
          </ac:spMkLst>
        </pc:spChg>
      </pc:sldChg>
    </pc:docChg>
  </pc:docChgLst>
  <pc:docChgLst>
    <pc:chgData name="Ankam Bhavana" userId="S::ankam.10846087@ltimindtree.com::4971c99c-9cc8-4466-ae86-9d3afbaaa0c5" providerId="AD" clId="Web-{DE77A581-BF8A-D5C4-965D-A07553C00BB0}"/>
    <pc:docChg chg="modSld">
      <pc:chgData name="Ankam Bhavana" userId="S::ankam.10846087@ltimindtree.com::4971c99c-9cc8-4466-ae86-9d3afbaaa0c5" providerId="AD" clId="Web-{DE77A581-BF8A-D5C4-965D-A07553C00BB0}" dt="2025-11-13T11:07:29.395" v="4" actId="20577"/>
      <pc:docMkLst>
        <pc:docMk/>
      </pc:docMkLst>
      <pc:sldChg chg="modSp">
        <pc:chgData name="Ankam Bhavana" userId="S::ankam.10846087@ltimindtree.com::4971c99c-9cc8-4466-ae86-9d3afbaaa0c5" providerId="AD" clId="Web-{DE77A581-BF8A-D5C4-965D-A07553C00BB0}" dt="2025-11-13T11:07:29.395" v="4" actId="20577"/>
        <pc:sldMkLst>
          <pc:docMk/>
          <pc:sldMk cId="3431176863" sldId="325"/>
        </pc:sldMkLst>
        <pc:spChg chg="mod">
          <ac:chgData name="Ankam Bhavana" userId="S::ankam.10846087@ltimindtree.com::4971c99c-9cc8-4466-ae86-9d3afbaaa0c5" providerId="AD" clId="Web-{DE77A581-BF8A-D5C4-965D-A07553C00BB0}" dt="2025-11-13T11:07:29.395" v="4" actId="20577"/>
          <ac:spMkLst>
            <pc:docMk/>
            <pc:sldMk cId="3431176863" sldId="325"/>
            <ac:spMk id="4" creationId="{7BAE17AB-07F8-E6EC-EDED-DAE0CF70A55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511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8800" err="1"/>
              <a:t>FlipFIT</a:t>
            </a:r>
            <a:endParaRPr lang="en-US" sz="880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B7F2D5-323F-4D4B-BDBD-D2109B46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FAECD2-D971-C9B6-5EF8-DB19C63436DB}"/>
              </a:ext>
            </a:extLst>
          </p:cNvPr>
          <p:cNvSpPr/>
          <p:nvPr/>
        </p:nvSpPr>
        <p:spPr>
          <a:xfrm>
            <a:off x="1338944" y="263764"/>
            <a:ext cx="9176656" cy="7159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Use Case Customer UML Diagram</a:t>
            </a:r>
            <a:endParaRPr lang="en-IN" sz="4000" b="1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 descr="A diagram of a company">
            <a:extLst>
              <a:ext uri="{FF2B5EF4-FFF2-40B4-BE49-F238E27FC236}">
                <a16:creationId xmlns:a16="http://schemas.microsoft.com/office/drawing/2014/main" id="{5A10A95A-CB1C-ED01-EE86-59A3C4BAC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6" y="1174087"/>
            <a:ext cx="9525000" cy="522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7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AC7326-B00B-CA29-4C53-7F7F7121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ABDC2-36BF-9EB4-DD8B-2C4FB12331D0}"/>
              </a:ext>
            </a:extLst>
          </p:cNvPr>
          <p:cNvSpPr txBox="1"/>
          <p:nvPr/>
        </p:nvSpPr>
        <p:spPr>
          <a:xfrm>
            <a:off x="1567543" y="130629"/>
            <a:ext cx="89868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Use Case Admin UML Diagram</a:t>
            </a:r>
            <a:endParaRPr lang="en-IN" sz="4400" b="1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440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FEF79DB-FDDD-FBB2-AD3B-D8BC560F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184655"/>
            <a:ext cx="9590315" cy="521614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3CDAB3-43CB-FFF7-C741-59684B869DA2}"/>
              </a:ext>
            </a:extLst>
          </p:cNvPr>
          <p:cNvSpPr txBox="1"/>
          <p:nvPr/>
        </p:nvSpPr>
        <p:spPr>
          <a:xfrm>
            <a:off x="3461657" y="4876800"/>
            <a:ext cx="957943" cy="646331"/>
          </a:xfrm>
          <a:prstGeom prst="rect">
            <a:avLst/>
          </a:prstGeom>
          <a:solidFill>
            <a:srgbClr val="FCFBF6"/>
          </a:solidFill>
        </p:spPr>
        <p:txBody>
          <a:bodyPr wrap="square" rtlCol="0">
            <a:spAutoFit/>
          </a:bodyPr>
          <a:lstStyle/>
          <a:p>
            <a:r>
              <a:rPr lang="en-US"/>
              <a:t>Manage Slots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5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41067-96B3-908F-AC40-55B93627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B55D4-0627-F08E-E4EB-9CD99FB85E53}"/>
              </a:ext>
            </a:extLst>
          </p:cNvPr>
          <p:cNvSpPr txBox="1"/>
          <p:nvPr/>
        </p:nvSpPr>
        <p:spPr>
          <a:xfrm>
            <a:off x="1338943" y="228600"/>
            <a:ext cx="86759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Use Case Owner UML Diagram</a:t>
            </a:r>
            <a:endParaRPr lang="en-IN" sz="3200" b="1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3200"/>
          </a:p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483CA3-872B-2BEA-70C1-57CD9DB5C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57" y="1211891"/>
            <a:ext cx="8958018" cy="51889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F9CDC93-5E9B-A273-48C4-0C323D1EACA6}"/>
              </a:ext>
            </a:extLst>
          </p:cNvPr>
          <p:cNvSpPr/>
          <p:nvPr/>
        </p:nvSpPr>
        <p:spPr>
          <a:xfrm>
            <a:off x="9286439" y="5148941"/>
            <a:ext cx="1152036" cy="125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5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diagram of a program">
            <a:extLst>
              <a:ext uri="{FF2B5EF4-FFF2-40B4-BE49-F238E27FC236}">
                <a16:creationId xmlns:a16="http://schemas.microsoft.com/office/drawing/2014/main" id="{6E3F30F3-99B2-AC88-5D53-0DF36EB8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99" y="263536"/>
            <a:ext cx="10727951" cy="61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5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8A8A9A-BCE4-7148-928F-566E60D0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E17AB-07F8-E6EC-EDED-DAE0CF70A556}"/>
              </a:ext>
            </a:extLst>
          </p:cNvPr>
          <p:cNvSpPr txBox="1"/>
          <p:nvPr/>
        </p:nvSpPr>
        <p:spPr>
          <a:xfrm>
            <a:off x="3483429" y="119743"/>
            <a:ext cx="3973285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36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</a:t>
            </a:r>
            <a:r>
              <a:rPr lang="en-IN" sz="3600" b="1" err="1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ActivityDiagram</a:t>
            </a:r>
            <a:endParaRPr lang="en-IN" sz="3600" b="1" err="1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36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B728DA-BDF7-A04F-2C8B-9D5BE508AAF4}"/>
              </a:ext>
            </a:extLst>
          </p:cNvPr>
          <p:cNvSpPr/>
          <p:nvPr/>
        </p:nvSpPr>
        <p:spPr>
          <a:xfrm>
            <a:off x="4735273" y="1125535"/>
            <a:ext cx="2449297" cy="629804"/>
          </a:xfrm>
          <a:prstGeom prst="roundRect">
            <a:avLst>
              <a:gd name="adj" fmla="val 8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tx1"/>
                </a:solidFill>
              </a:rPr>
              <a:t>Register/Login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BCBE0F-0D0C-1762-3039-C43D6029A40B}"/>
              </a:ext>
            </a:extLst>
          </p:cNvPr>
          <p:cNvSpPr/>
          <p:nvPr/>
        </p:nvSpPr>
        <p:spPr>
          <a:xfrm>
            <a:off x="4806041" y="2099575"/>
            <a:ext cx="2275114" cy="4467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User/Admin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256C9D-0292-F68C-50CE-0FF11C9B16B1}"/>
              </a:ext>
            </a:extLst>
          </p:cNvPr>
          <p:cNvSpPr/>
          <p:nvPr/>
        </p:nvSpPr>
        <p:spPr>
          <a:xfrm>
            <a:off x="4758407" y="2821930"/>
            <a:ext cx="244929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Select </a:t>
            </a:r>
            <a:r>
              <a:rPr lang="en-IN" err="1">
                <a:solidFill>
                  <a:schemeClr val="tx1"/>
                </a:solidFill>
              </a:rPr>
              <a:t>Center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84E8E0-2C60-384A-17B1-BB1F4BAB537E}"/>
              </a:ext>
            </a:extLst>
          </p:cNvPr>
          <p:cNvSpPr/>
          <p:nvPr/>
        </p:nvSpPr>
        <p:spPr>
          <a:xfrm>
            <a:off x="4806042" y="3545033"/>
            <a:ext cx="2275114" cy="3061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Select Date and Slot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FCB107-FB6D-A2C0-31E0-8C704CF5892A}"/>
              </a:ext>
            </a:extLst>
          </p:cNvPr>
          <p:cNvSpPr/>
          <p:nvPr/>
        </p:nvSpPr>
        <p:spPr>
          <a:xfrm>
            <a:off x="4855708" y="5143521"/>
            <a:ext cx="2375811" cy="664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</a:rPr>
              <a:t>Update </a:t>
            </a:r>
            <a:br>
              <a:rPr lang="en-IN" sz="1600">
                <a:solidFill>
                  <a:schemeClr val="tx1"/>
                </a:solidFill>
              </a:rPr>
            </a:br>
            <a:r>
              <a:rPr lang="en-IN" sz="160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98AE1E-59EF-5018-9E21-1B9DAA560377}"/>
              </a:ext>
            </a:extLst>
          </p:cNvPr>
          <p:cNvSpPr/>
          <p:nvPr/>
        </p:nvSpPr>
        <p:spPr>
          <a:xfrm>
            <a:off x="4855708" y="6075992"/>
            <a:ext cx="2423445" cy="545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Notify</a:t>
            </a:r>
            <a:br>
              <a:rPr lang="en-IN">
                <a:solidFill>
                  <a:schemeClr val="tx1"/>
                </a:solidFill>
              </a:rPr>
            </a:br>
            <a:r>
              <a:rPr lang="en-IN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D341AFC-DD41-CF58-0E20-1AAE575FB9A9}"/>
              </a:ext>
            </a:extLst>
          </p:cNvPr>
          <p:cNvSpPr/>
          <p:nvPr/>
        </p:nvSpPr>
        <p:spPr>
          <a:xfrm>
            <a:off x="4831893" y="4147479"/>
            <a:ext cx="2275114" cy="66402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</a:rPr>
              <a:t>Available 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C9E5CD-B848-567F-3A25-BEEFAD46D337}"/>
              </a:ext>
            </a:extLst>
          </p:cNvPr>
          <p:cNvCxnSpPr>
            <a:cxnSpLocks/>
          </p:cNvCxnSpPr>
          <p:nvPr/>
        </p:nvCxnSpPr>
        <p:spPr>
          <a:xfrm>
            <a:off x="5971487" y="1755339"/>
            <a:ext cx="0" cy="36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900BDB-2BB0-AC42-5C71-FE8C26CFD188}"/>
              </a:ext>
            </a:extLst>
          </p:cNvPr>
          <p:cNvCxnSpPr>
            <a:cxnSpLocks/>
          </p:cNvCxnSpPr>
          <p:nvPr/>
        </p:nvCxnSpPr>
        <p:spPr>
          <a:xfrm>
            <a:off x="5959921" y="2473314"/>
            <a:ext cx="0" cy="36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59A9CA-40E1-3986-0E55-F67272F4ADAE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5971487" y="3279130"/>
            <a:ext cx="11569" cy="265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8D5F8B-0624-0627-9F5A-E44F64D82B63}"/>
              </a:ext>
            </a:extLst>
          </p:cNvPr>
          <p:cNvCxnSpPr>
            <a:cxnSpLocks/>
          </p:cNvCxnSpPr>
          <p:nvPr/>
        </p:nvCxnSpPr>
        <p:spPr>
          <a:xfrm>
            <a:off x="5982373" y="3785758"/>
            <a:ext cx="0" cy="36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2B5EAE-07FC-7A9C-91F5-9227BBD4D425}"/>
              </a:ext>
            </a:extLst>
          </p:cNvPr>
          <p:cNvCxnSpPr>
            <a:cxnSpLocks/>
          </p:cNvCxnSpPr>
          <p:nvPr/>
        </p:nvCxnSpPr>
        <p:spPr>
          <a:xfrm>
            <a:off x="5982373" y="4811507"/>
            <a:ext cx="0" cy="36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DFC1BC3-1360-FB22-F9AD-CA420567B3FF}"/>
              </a:ext>
            </a:extLst>
          </p:cNvPr>
          <p:cNvSpPr/>
          <p:nvPr/>
        </p:nvSpPr>
        <p:spPr>
          <a:xfrm>
            <a:off x="457201" y="4147479"/>
            <a:ext cx="2690119" cy="664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Add to waiting List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B1218C-D0D6-51A1-5430-8C0666950562}"/>
              </a:ext>
            </a:extLst>
          </p:cNvPr>
          <p:cNvCxnSpPr/>
          <p:nvPr/>
        </p:nvCxnSpPr>
        <p:spPr>
          <a:xfrm>
            <a:off x="7279153" y="4479493"/>
            <a:ext cx="10484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7232D29-5ADC-7016-10F3-8ED84004F4F1}"/>
              </a:ext>
            </a:extLst>
          </p:cNvPr>
          <p:cNvSpPr/>
          <p:nvPr/>
        </p:nvSpPr>
        <p:spPr>
          <a:xfrm>
            <a:off x="8795657" y="4147479"/>
            <a:ext cx="1937657" cy="664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Confirm</a:t>
            </a:r>
            <a:br>
              <a:rPr lang="en-IN">
                <a:solidFill>
                  <a:schemeClr val="tx1"/>
                </a:solidFill>
              </a:rPr>
            </a:br>
            <a:r>
              <a:rPr lang="en-IN">
                <a:solidFill>
                  <a:schemeClr val="tx1"/>
                </a:solidFill>
              </a:rPr>
              <a:t>Booking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15865E4-646B-0B8D-0943-FE6B9F2B5833}"/>
              </a:ext>
            </a:extLst>
          </p:cNvPr>
          <p:cNvCxnSpPr/>
          <p:nvPr/>
        </p:nvCxnSpPr>
        <p:spPr>
          <a:xfrm>
            <a:off x="9753600" y="4947578"/>
            <a:ext cx="0" cy="391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B0B5B48-51AA-EE9F-8F28-64015D8E5416}"/>
              </a:ext>
            </a:extLst>
          </p:cNvPr>
          <p:cNvCxnSpPr/>
          <p:nvPr/>
        </p:nvCxnSpPr>
        <p:spPr>
          <a:xfrm>
            <a:off x="3265714" y="4479493"/>
            <a:ext cx="1295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FD74EB7-B99E-4825-B63B-8F99D0196210}"/>
              </a:ext>
            </a:extLst>
          </p:cNvPr>
          <p:cNvSpPr/>
          <p:nvPr/>
        </p:nvSpPr>
        <p:spPr>
          <a:xfrm>
            <a:off x="8795656" y="5480998"/>
            <a:ext cx="1937657" cy="6966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Notify</a:t>
            </a:r>
            <a:r>
              <a:rPr lang="en-IN"/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3C326A-D936-1BEB-AF71-DB6FFA9552EB}"/>
              </a:ext>
            </a:extLst>
          </p:cNvPr>
          <p:cNvSpPr txBox="1"/>
          <p:nvPr/>
        </p:nvSpPr>
        <p:spPr>
          <a:xfrm>
            <a:off x="7456714" y="3966618"/>
            <a:ext cx="80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4311768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{514293C1-0375-44B0-98C8-A7D9C4EC341B}tf78438558_win32</Template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Custom</vt:lpstr>
      <vt:lpstr>FlipFIT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Aishwarya Ranjan</dc:creator>
  <cp:revision>3</cp:revision>
  <dcterms:created xsi:type="dcterms:W3CDTF">2025-11-12T14:08:02Z</dcterms:created>
  <dcterms:modified xsi:type="dcterms:W3CDTF">2025-11-14T04:34:03Z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